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458200" y="1600200"/>
            <a:ext cx="2377440" cy="2377440"/>
          </a:xfrm>
          <a:prstGeom prst="ellipse">
            <a:avLst/>
          </a:prstGeom>
          <a:noFill/>
          <a:ln w="254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09660" y="1851660"/>
            <a:ext cx="1874519" cy="1874519"/>
          </a:xfrm>
          <a:prstGeom prst="ellipse">
            <a:avLst/>
          </a:prstGeom>
          <a:noFill/>
          <a:ln w="254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0" y="2103120"/>
            <a:ext cx="1371600" cy="1371600"/>
          </a:xfrm>
          <a:prstGeom prst="ellipse">
            <a:avLst/>
          </a:prstGeom>
          <a:noFill/>
          <a:ln w="254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89720" y="2331720"/>
            <a:ext cx="914400" cy="914400"/>
          </a:xfrm>
          <a:prstGeom prst="ellipse">
            <a:avLst/>
          </a:prstGeom>
          <a:solidFill>
            <a:srgbClr val="3ADCFF"/>
          </a:solidFill>
          <a:ln w="12700"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107899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AI VOICE ASSISTANT · PROJECT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536192"/>
            <a:ext cx="71323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8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小文智能 APP 项目汇报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35915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集 AI 对话、语音交互、天气查询、音乐播放、文生图、数据可视化与桌面控制于一体的智能助手原型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090672"/>
            <a:ext cx="1444752" cy="329184"/>
          </a:xfrm>
          <a:prstGeom prst="roundRect">
            <a:avLst/>
          </a:prstGeom>
          <a:solidFill>
            <a:srgbClr val="4A90FF"/>
          </a:solidFill>
          <a:ln w="127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118103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React + Vite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14016" y="3090672"/>
            <a:ext cx="1444752" cy="329184"/>
          </a:xfrm>
          <a:prstGeom prst="roundRect">
            <a:avLst/>
          </a:prstGeom>
          <a:solidFill>
            <a:srgbClr val="4CE6AA"/>
          </a:solidFill>
          <a:ln w="1270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59736" y="3118103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Flask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78224" y="3090672"/>
            <a:ext cx="1444752" cy="329184"/>
          </a:xfrm>
          <a:prstGeom prst="roundRect">
            <a:avLst/>
          </a:prstGeom>
          <a:solidFill>
            <a:srgbClr val="9B5CFF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23944" y="3118103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DashScope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3090672"/>
            <a:ext cx="1444752" cy="329184"/>
          </a:xfrm>
          <a:prstGeom prst="roundRect">
            <a:avLst/>
          </a:prstGeom>
          <a:solidFill>
            <a:srgbClr val="3ADCFF"/>
          </a:solidFill>
          <a:ln w="127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88152" y="3118103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SVG 图表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7150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6A6D2"/>
                </a:solidFill>
                <a:latin typeface="微软雅黑" panose="020B0503020204020204" charset="-122"/>
              </a:defRPr>
            </a:pPr>
            <a:r>
              <a:t>汇报人：刘汉文    日期：2026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目录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从项目定位到落地实现，再到问题复盘与后续规划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572768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157276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项目定位与应用场景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17320" y="1956816"/>
            <a:ext cx="9372600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22860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228600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应用方式、方法与核心数据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17320" y="2670048"/>
            <a:ext cx="9372600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2999232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2999232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系统架构与技术实现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417320" y="3383280"/>
            <a:ext cx="9372600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" y="3712463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712463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工作亮点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417320" y="4096511"/>
            <a:ext cx="9372600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" y="4425696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425696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问题与改进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17320" y="4809744"/>
            <a:ext cx="9372600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60" y="5138928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13892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下季度计划与感谢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417320" y="5522976"/>
            <a:ext cx="9372600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项目定位：面向个人桌面的 AI 智能助手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通过自然语言和语音交互，把 AI 能力转化为日常可用的应用入口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554480"/>
            <a:ext cx="3429000" cy="14173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1554480"/>
            <a:ext cx="73152" cy="14173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1664207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用户侧价值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2057400"/>
            <a:ext cx="3044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一句话完成查询、播放、生成、翻译和打开应用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降低操作门槛，强化语音助手体验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1554480"/>
            <a:ext cx="3429000" cy="14173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1554480"/>
            <a:ext cx="73152" cy="141732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1664207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产品侧价值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2057400"/>
            <a:ext cx="3044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将多个 AI 与生活服务能力汇聚到统一界面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形成可演示、可扩展、可迭代的 App 原型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1554480"/>
            <a:ext cx="3429000" cy="14173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1554480"/>
            <a:ext cx="73152" cy="141732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1664207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技术侧价值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2057400"/>
            <a:ext cx="3044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覆盖前端组件化、后端 API、模型调用、异步任务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适合作为课程设计、项目展示和 AI 应用样板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657600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核心定位：不是单一聊天机器人，而是一个可执行任务的 AI 智能应用入口。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4370832"/>
            <a:ext cx="2148840" cy="86868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51560" y="4370832"/>
            <a:ext cx="73152" cy="86868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52728" y="4480560"/>
            <a:ext cx="1801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生活助手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2728" y="4873752"/>
            <a:ext cx="176479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天气 / 音乐 / 问答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03320" y="4370832"/>
            <a:ext cx="2148840" cy="86868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03320" y="4370832"/>
            <a:ext cx="73152" cy="86868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04487" y="4480560"/>
            <a:ext cx="1801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创作助手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04487" y="4873752"/>
            <a:ext cx="176479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AI 对话 / 文生图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79" y="4370832"/>
            <a:ext cx="2148840" cy="86868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5079" y="4370832"/>
            <a:ext cx="73152" cy="86868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56247" y="4480560"/>
            <a:ext cx="1801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数据助手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56247" y="4873752"/>
            <a:ext cx="176479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文本/文件生成图表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06840" y="4370832"/>
            <a:ext cx="2148840" cy="86868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06840" y="4370832"/>
            <a:ext cx="73152" cy="86868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08008" y="4480560"/>
            <a:ext cx="1801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桌面助手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08008" y="4873752"/>
            <a:ext cx="176479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打开应用 / 快捷操作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35" y="5461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应用方式、实现方法与核心数据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用户一句自然语言指令，系统自动完成意图识别、能力调用和结果展示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481328"/>
            <a:ext cx="2331720" cy="102412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1481328"/>
            <a:ext cx="73152" cy="1024128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1591056"/>
            <a:ext cx="1984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输入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1984248"/>
            <a:ext cx="19476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文字 / 语音 / 文件 / 示例指令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1481328"/>
            <a:ext cx="2331720" cy="102412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66160" y="1481328"/>
            <a:ext cx="73152" cy="1024128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67328" y="1591056"/>
            <a:ext cx="1984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识别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67328" y="1984248"/>
            <a:ext cx="19476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关键词规则 + 模式判断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79" y="1481328"/>
            <a:ext cx="2331720" cy="102412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79" y="1481328"/>
            <a:ext cx="73152" cy="1024128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7" y="1591056"/>
            <a:ext cx="1984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调用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7" y="1984248"/>
            <a:ext cx="19476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AI / 天气 / 音乐 / 图片 / 图表 / 本机应用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3999" y="1481328"/>
            <a:ext cx="2331720" cy="102412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3999" y="1481328"/>
            <a:ext cx="73152" cy="1024128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45167" y="1591056"/>
            <a:ext cx="1984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反馈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7" y="1984248"/>
            <a:ext cx="19476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卡片展示 + 图表 + 日志 + 朗读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3154680"/>
            <a:ext cx="2148840" cy="932688"/>
          </a:xfrm>
          <a:prstGeom prst="roundRect">
            <a:avLst/>
          </a:prstGeom>
          <a:solidFill>
            <a:srgbClr val="1E2B56"/>
          </a:solidFill>
          <a:ln w="1524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3264408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13+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3721608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已实现核心功能点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37560" y="3154680"/>
            <a:ext cx="2148840" cy="932688"/>
          </a:xfrm>
          <a:prstGeom prst="roundRect">
            <a:avLst/>
          </a:prstGeom>
          <a:solidFill>
            <a:srgbClr val="1E2B56"/>
          </a:solidFill>
          <a:ln w="1524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3264408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4CE6AA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3721608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后端核心 API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06440" y="3154680"/>
            <a:ext cx="2148840" cy="932688"/>
          </a:xfrm>
          <a:prstGeom prst="roundRect">
            <a:avLst/>
          </a:prstGeom>
          <a:solidFill>
            <a:srgbClr val="1E2B56"/>
          </a:solidFill>
          <a:ln w="1524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97879" y="3264408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9B5CFF"/>
                </a:solidFill>
                <a:latin typeface="微软雅黑" panose="020B0503020204020204" charset="-122"/>
              </a:defRPr>
            </a:pPr>
            <a:r>
              <a:t>11+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79" y="3721608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前端组件模块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75320" y="3154680"/>
            <a:ext cx="2148840" cy="932688"/>
          </a:xfrm>
          <a:prstGeom prst="roundRect">
            <a:avLst/>
          </a:prstGeom>
          <a:solidFill>
            <a:srgbClr val="1E2B56"/>
          </a:solidFill>
          <a:ln w="15240">
            <a:solidFill>
              <a:srgbClr val="FF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3264408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B45A"/>
                </a:solidFill>
                <a:latin typeface="微软雅黑" panose="020B0503020204020204" charset="-122"/>
              </a:defRPr>
            </a:pPr>
            <a:r>
              <a:t>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3721608"/>
            <a:ext cx="1965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单图表最大数据点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" y="4645025"/>
            <a:ext cx="3429000" cy="1226185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8680" y="4755007"/>
            <a:ext cx="73152" cy="100584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9848" y="4754880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前端实现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" y="5148072"/>
            <a:ext cx="3044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React + Vite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组件化界面 + localStorage 状态持久化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Web Speech API 语音识别与朗读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80560" y="4645025"/>
            <a:ext cx="3429000" cy="122555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80560" y="4754880"/>
            <a:ext cx="76200" cy="100584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81728" y="4754880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后端实现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81728" y="5148072"/>
            <a:ext cx="3044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Flask + Flask-CORS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统一 /api/send-task 指令入口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requests 调用第三方服务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92440" y="4645025"/>
            <a:ext cx="3246120" cy="1245235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92440" y="4754880"/>
            <a:ext cx="76200" cy="100584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93608" y="4754880"/>
            <a:ext cx="2898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数据实现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38363" y="5129657"/>
            <a:ext cx="2862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文本正则解析 + CSV / Excel 文件读取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SVG 折线图 / 柱状图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摘要统计与表格预览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系统架构：前后端分离 + 多服务能力编排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以统一指令入口连接多个 AI 与工具服务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508760"/>
            <a:ext cx="2395728" cy="3520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1508760"/>
            <a:ext cx="73152" cy="352044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1618488"/>
            <a:ext cx="20482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用户交互层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20116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文字输入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语音识别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文件上传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示例指令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划词工具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1508760"/>
            <a:ext cx="2395728" cy="3520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20440" y="1508760"/>
            <a:ext cx="73152" cy="352044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21608" y="1618488"/>
            <a:ext cx="20482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前端展示层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1608" y="20116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ChatPanel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WeatherCard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MusicPlayer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ImagePreview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ChartPanel / LogPanel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1508760"/>
            <a:ext cx="2395728" cy="3520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73152" cy="352044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1618488"/>
            <a:ext cx="20482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后端调度层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20116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Flask API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parse_command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图表解析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上下文管理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白名单应用启动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1508760"/>
            <a:ext cx="2395728" cy="3520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89720" y="1508760"/>
            <a:ext cx="73152" cy="352044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90888" y="1618488"/>
            <a:ext cx="20482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外部能力层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0888" y="201168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DashScope 大模型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DashScope 文生图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高德天气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网易云搜索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Windows 应用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623560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设计思路：前端负责体验和展示，后端负责安全调度与第三方能力调用，统一返回 type 字段驱动页面组件切换。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工作亮点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从“能聊天”升级为“能听、能说、能执行任务”的 AI 应用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444752"/>
            <a:ext cx="5166360" cy="107899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1444752"/>
            <a:ext cx="73152" cy="1078992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1554480"/>
            <a:ext cx="4818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01 多轮对话能力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1947672"/>
            <a:ext cx="47823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支持连续追问：先问承德美食，再追问这些在哪能吃到。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1444752"/>
            <a:ext cx="5166360" cy="107899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1444752"/>
            <a:ext cx="73152" cy="1078992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7" y="1554480"/>
            <a:ext cx="4818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02 AI 多能力集成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7" y="1947672"/>
            <a:ext cx="47823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对话、文生图、翻译、天气、音乐、图表和桌面应用统一入口。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2862072"/>
            <a:ext cx="5166360" cy="107899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2862072"/>
            <a:ext cx="73152" cy="1078992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2971800"/>
            <a:ext cx="4818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03 数据可视化能力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364991"/>
            <a:ext cx="47823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支持文本数据或 CSV / Excel 文件自动生成折线图、柱状图。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59" y="2862072"/>
            <a:ext cx="5166360" cy="107899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59" y="2862072"/>
            <a:ext cx="73152" cy="1078992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7" y="2971800"/>
            <a:ext cx="4818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04 异步文生图体验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7" y="3364991"/>
            <a:ext cx="47823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任务提交后进入生成中状态，通过轮询展示结果。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279392"/>
            <a:ext cx="5166360" cy="107899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4279392"/>
            <a:ext cx="73152" cy="1078992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4389120"/>
            <a:ext cx="4818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05 安全桌面控制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4782312"/>
            <a:ext cx="47823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白名单机制打开本机应用，兼顾可用性与安全性。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59" y="4279392"/>
            <a:ext cx="5166360" cy="107899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59" y="4279392"/>
            <a:ext cx="73152" cy="1078992"/>
          </a:xfrm>
          <a:prstGeom prst="rect">
            <a:avLst/>
          </a:prstGeom>
          <a:solidFill>
            <a:srgbClr val="FF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7" y="4389120"/>
            <a:ext cx="4818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06 组件化可扩展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7" y="4782312"/>
            <a:ext cx="478231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前端组件和 Hook 拆分，后端统一指令路由。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问题与改进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当前版本已能演示核心能力，但仍需要从稳定性、智能化和工程化继续提升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600200"/>
            <a:ext cx="2103120" cy="53035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1600200"/>
            <a:ext cx="73152" cy="530352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1709928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意图识别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2039112"/>
            <a:ext cx="1719072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3154680" y="1673352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关键词规则为主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673352"/>
            <a:ext cx="4846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引入大模型意图分类，减少误判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2386584"/>
            <a:ext cx="2103120" cy="53035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2386584"/>
            <a:ext cx="73152" cy="530352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2496312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图表能力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2825496"/>
            <a:ext cx="1719072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3154680" y="2459736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当前单系列为主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459736"/>
            <a:ext cx="4846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扩展多系列、饼图和导出图片/PDF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3172968"/>
            <a:ext cx="2103120" cy="53035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3172968"/>
            <a:ext cx="73152" cy="530352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" y="3282696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音乐播放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" y="3611879"/>
            <a:ext cx="1719072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3154680" y="3246120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受版权和外链限制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246120"/>
            <a:ext cx="4846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增加多结果选择、合法音乐源和失败重试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3959352"/>
            <a:ext cx="2103120" cy="53035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3959352"/>
            <a:ext cx="73152" cy="530352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" y="4069080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后端结构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4398264"/>
            <a:ext cx="1719072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3154680" y="4032504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功能集中在 app.py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032504"/>
            <a:ext cx="4846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拆分 services、utils、config 模块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4745736"/>
            <a:ext cx="2103120" cy="53035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4745736"/>
            <a:ext cx="73152" cy="530352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" y="4855464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部署形态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" y="5184647"/>
            <a:ext cx="1719072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3154680" y="4818888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本地开发模式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818888"/>
            <a:ext cx="4846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关闭 debug，增加生产配置和日志监控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下季度计划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围绕“更智能、更稳定、更可展示、更可扩展”推进下一阶段迭代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600200"/>
            <a:ext cx="2423160" cy="333756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1600200"/>
            <a:ext cx="73152" cy="333756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1709928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第 1 阶段</a:t>
            </a:r>
            <a:br/>
            <a:r>
              <a:t>体验增强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103120"/>
            <a:ext cx="20391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完善多轮记忆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自动朗读开关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优化默认示例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增强错误提示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39" y="1600200"/>
            <a:ext cx="2423160" cy="333756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20439" y="1600200"/>
            <a:ext cx="73152" cy="333756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21607" y="1709928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第 2 阶段</a:t>
            </a:r>
            <a:br/>
            <a:r>
              <a:t>能力扩展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1607" y="2103120"/>
            <a:ext cx="20391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日程 / 备忘录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图片历史与下载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多系列图表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联网搜索入口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1600200"/>
            <a:ext cx="2423160" cy="333756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1600200"/>
            <a:ext cx="73152" cy="333756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7" y="1709928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第 3 阶段</a:t>
            </a:r>
            <a:br/>
            <a:r>
              <a:t>工程优化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7" y="2103120"/>
            <a:ext cx="20391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后端服务模块化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图表服务拆分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日志和错误码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生产环境配置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1600200"/>
            <a:ext cx="2423160" cy="333756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1600200"/>
            <a:ext cx="73152" cy="3337560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9448" y="1709928"/>
            <a:ext cx="20756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第 4 阶段</a:t>
            </a:r>
            <a:br/>
            <a:r>
              <a:t>部署展示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2103120"/>
            <a:ext cx="20391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Docker 或云部署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HTTPS / Nginx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演示脚本</a:t>
            </a:r>
          </a:p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完善答辩材料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59552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目标：从“本地可运行的 AI 助手原型”升级为“可持续迭代、可部署展示的智能应用平台”。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建议演示路径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8778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用一条完整用户路径展示小文智能 APP 的能力闭环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1508760"/>
            <a:ext cx="3154680" cy="1234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1508760"/>
            <a:ext cx="73152" cy="123444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1618488"/>
            <a:ext cx="2807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1. 语音唤醒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2011680"/>
            <a:ext cx="2770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说“小文小文”，进入指令识别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1508760"/>
            <a:ext cx="3154680" cy="1234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1508760"/>
            <a:ext cx="73152" cy="123444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618488"/>
            <a:ext cx="2807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2. 生活查询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2011680"/>
            <a:ext cx="2770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询问“承德天气怎么样”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19" y="1508760"/>
            <a:ext cx="3154680" cy="1234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19" y="1508760"/>
            <a:ext cx="73152" cy="123444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1618488"/>
            <a:ext cx="2807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3. 连续对话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2011680"/>
            <a:ext cx="2770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先问承德美食，再追问位置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3337560"/>
            <a:ext cx="3154680" cy="1234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8680" y="3337560"/>
            <a:ext cx="73152" cy="123444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848" y="3447288"/>
            <a:ext cx="2807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4. 数据图表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" y="3840480"/>
            <a:ext cx="2770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生成折线图 一月:120 二月:180 三月:150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3337560"/>
            <a:ext cx="3154680" cy="1234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0" y="3337560"/>
            <a:ext cx="73152" cy="1234440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73168" y="3447288"/>
            <a:ext cx="2807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5. AI 创作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3168" y="3840480"/>
            <a:ext cx="2770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说“画一只水彩小猫”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5319" y="3337560"/>
            <a:ext cx="3154680" cy="12344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75319" y="3337560"/>
            <a:ext cx="73152" cy="1234440"/>
          </a:xfrm>
          <a:prstGeom prst="rect">
            <a:avLst/>
          </a:prstGeom>
          <a:solidFill>
            <a:srgbClr val="FF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76488" y="3447288"/>
            <a:ext cx="2807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6. 桌面控制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6488" y="3840480"/>
            <a:ext cx="2770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2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说“打开计算器”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演示重点：让观众看到小文不是静态页面，而是可以理解指令、调用能力并完成任务的 AI 应用。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150876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2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331720"/>
            <a:ext cx="9509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小文智能 APP 将继续向更自然、更稳定、更具执行力的个人 AI 助手演进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3246120"/>
            <a:ext cx="1444752" cy="329184"/>
          </a:xfrm>
          <a:prstGeom prst="roundRect">
            <a:avLst/>
          </a:prstGeom>
          <a:solidFill>
            <a:srgbClr val="3ADCFF"/>
          </a:solidFill>
          <a:ln w="127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73551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能听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39" y="3246120"/>
            <a:ext cx="1444752" cy="329184"/>
          </a:xfrm>
          <a:prstGeom prst="roundRect">
            <a:avLst/>
          </a:prstGeom>
          <a:solidFill>
            <a:srgbClr val="4A90FF"/>
          </a:solidFill>
          <a:ln w="127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59" y="3273551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能说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246120"/>
            <a:ext cx="1444752" cy="329184"/>
          </a:xfrm>
          <a:prstGeom prst="roundRect">
            <a:avLst/>
          </a:prstGeom>
          <a:solidFill>
            <a:srgbClr val="9B5CFF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273551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能聊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59" y="3246120"/>
            <a:ext cx="1444752" cy="329184"/>
          </a:xfrm>
          <a:prstGeom prst="roundRect">
            <a:avLst/>
          </a:prstGeom>
          <a:solidFill>
            <a:srgbClr val="FF5CB4"/>
          </a:solidFill>
          <a:ln w="12700">
            <a:solidFill>
              <a:srgbClr val="FF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79" y="3273551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能画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19" y="3246120"/>
            <a:ext cx="1444752" cy="329184"/>
          </a:xfrm>
          <a:prstGeom prst="roundRect">
            <a:avLst/>
          </a:prstGeom>
          <a:solidFill>
            <a:srgbClr val="FFB45A"/>
          </a:solidFill>
          <a:ln w="12700">
            <a:solidFill>
              <a:srgbClr val="FF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3273551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能看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3246120"/>
            <a:ext cx="1444752" cy="329184"/>
          </a:xfrm>
          <a:prstGeom prst="roundRect">
            <a:avLst/>
          </a:prstGeom>
          <a:solidFill>
            <a:srgbClr val="4CE6AA"/>
          </a:solidFill>
          <a:ln w="1270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3273551"/>
            <a:ext cx="1353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能开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617720"/>
            <a:ext cx="6675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Q&amp;A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 APP · AI Voice Assistant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2459</Words>
  <Application>WPS 演示</Application>
  <PresentationFormat>On-screen Show (4:3)</PresentationFormat>
  <Paragraphs>357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肥色的橘猫</cp:lastModifiedBy>
  <cp:revision>3</cp:revision>
  <dcterms:created xsi:type="dcterms:W3CDTF">2013-01-27T09:14:00Z</dcterms:created>
  <dcterms:modified xsi:type="dcterms:W3CDTF">2026-05-07T10:41:24Z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E1D131B0036444F3891AC082977D5209_12</vt:lpwstr>
  </property>
</Properties>
</file>