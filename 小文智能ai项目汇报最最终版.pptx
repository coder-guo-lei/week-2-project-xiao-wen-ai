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458200" y="1600200"/>
            <a:ext cx="2377440" cy="2377440"/>
          </a:xfrm>
          <a:prstGeom prst="ellipse">
            <a:avLst/>
          </a:prstGeom>
          <a:noFill/>
          <a:ln w="254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09660" y="1851660"/>
            <a:ext cx="1874519" cy="1874519"/>
          </a:xfrm>
          <a:prstGeom prst="ellipse">
            <a:avLst/>
          </a:prstGeom>
          <a:noFill/>
          <a:ln w="254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0" y="2103120"/>
            <a:ext cx="1371600" cy="1371600"/>
          </a:xfrm>
          <a:prstGeom prst="ellipse">
            <a:avLst/>
          </a:prstGeom>
          <a:noFill/>
          <a:ln w="254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9720" y="2331720"/>
            <a:ext cx="914400" cy="914400"/>
          </a:xfrm>
          <a:prstGeom prst="ellipse">
            <a:avLst/>
          </a:prstGeom>
          <a:solidFill>
            <a:srgbClr val="3ADCFF"/>
          </a:solidFill>
          <a:ln w="1270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0789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AI VOICE ASSISTANT · PROJECT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536192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小文智能 APP 项目汇报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3591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集 AI 对话、语音交互、天气查询、音乐播放、文生图、数据可视化与桌面控制于一体的智能助手原型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090672"/>
            <a:ext cx="1444752" cy="329184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React + Vite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4016" y="3090672"/>
            <a:ext cx="1444752" cy="329184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9736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Flask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78224" y="3090672"/>
            <a:ext cx="1444752" cy="329184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23944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DashScope / DeepSeek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3090672"/>
            <a:ext cx="1444752" cy="329184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SVG + zhdate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7150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6A6D2"/>
                </a:solidFill>
                <a:latin typeface="微软雅黑" panose="020B0503020204020204" charset="-122"/>
              </a:defRPr>
            </a:pPr>
            <a:r>
              <a:t>汇报人：刘汉文    日期：2026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从项目定位到落地实现，再到问题复盘与后续规划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572768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15727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项目定位与应用场景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1956816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22860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2860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应用方式、方法与核心数据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20" y="2670048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2999232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99923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系统架构与技术实现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17320" y="3383280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3712463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712463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工作亮点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17320" y="4096511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4425696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42569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问题与改进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17320" y="4809744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5138928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13892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下季度计划与感谢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17320" y="5522976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项目定位：面向个人桌面的 AI 智能助手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通过自然语言和语音交互，把 AI 能力转化为日常可用的应用入口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554480"/>
            <a:ext cx="73152" cy="14173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用户侧价值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一句话完成查询、播放、生成、翻译和打开应用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降低操作门槛，强化语音助手体验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554480"/>
            <a:ext cx="73152" cy="14173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产品侧价值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将多个 AI 与生活服务能力汇聚到统一界面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形成可演示、可扩展、可迭代的 App 原型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554480"/>
            <a:ext cx="73152" cy="141732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技术侧价值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覆盖前端组件化、后端 API、模型调用、异步任务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适合作为课程设计、项目展示和 AI 应用样板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核心定位：不是单一聊天机器人，而是一个可执行任务的 AI 智能应用入口。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1560" y="4370832"/>
            <a:ext cx="73152" cy="8686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52728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生活助手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天气 / 音乐 / 问答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332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03320" y="4370832"/>
            <a:ext cx="73152" cy="86868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4487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创作助手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4487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AI 对话 / 文生图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79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79" y="4370832"/>
            <a:ext cx="73152" cy="86868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7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数据助手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7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文本/文件生成图表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0684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840" y="4370832"/>
            <a:ext cx="73152" cy="86868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8008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桌面助手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8008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打开应用 / 快捷操作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应用方式、实现方法与核心数据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用户一句自然语言指令，系统自动完成意图识别、能力调用和结果展示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1481328"/>
            <a:ext cx="73152" cy="1024128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文字 / 语音 / 文件 / 示例指令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1481328"/>
            <a:ext cx="73152" cy="1024128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识别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关键词规则 + 模式判断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1481328"/>
            <a:ext cx="73152" cy="102412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7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7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AI / 天气 / 音乐 / 图片 / 图表 / 本机应用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3999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3999" y="1481328"/>
            <a:ext cx="73152" cy="1024128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5167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反馈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卡片展示 + 图表 + 日志 + 朗读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15+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已实现核心功能点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4CE6AA"/>
                </a:solidFill>
                <a:latin typeface="微软雅黑" panose="020B0503020204020204" charset="-122"/>
              </a:defRPr>
            </a:pPr>
            <a:r>
              <a:t>4+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后端核心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79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9B5CFF"/>
                </a:solidFill>
                <a:latin typeface="微软雅黑" panose="020B0503020204020204" charset="-122"/>
              </a:defRPr>
            </a:pPr>
            <a:r>
              <a:t>12+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79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前端组件模块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B45A"/>
                </a:solidFill>
                <a:latin typeface="微软雅黑" panose="020B0503020204020204" charset="-122"/>
              </a:defRPr>
            </a:pPr>
            <a:r>
              <a:t>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单图表最大数据点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645152"/>
            <a:ext cx="3429000" cy="1005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645152"/>
            <a:ext cx="73152" cy="10058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4754880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前端实现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148072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React + Vite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组件化界面 + localStorage 状态持久化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Web Speech API 语音识别与朗读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60" y="4645152"/>
            <a:ext cx="3429000" cy="1005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80560" y="4645152"/>
            <a:ext cx="73152" cy="10058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4754880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后端实现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5148072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Flask + Flask-CORS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统一 /api/send-task 指令入口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requests 调用第三方服务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645152"/>
            <a:ext cx="3246120" cy="1005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92440" y="4645152"/>
            <a:ext cx="73152" cy="10058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93608" y="4754880"/>
            <a:ext cx="2898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数据实现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93608" y="5148072"/>
            <a:ext cx="2862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文本正则解析 + CSV / Excel 文件读取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SVG 折线图 / 柱状图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摘要统计与表格预览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系统架构：前后端分离 + 多服务能力编排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以统一指令入口连接多个 AI 与工具服务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508760"/>
            <a:ext cx="73152" cy="35204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用户交互层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文字输入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语音识别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文件上传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示例指令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划词工具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1508760"/>
            <a:ext cx="73152" cy="35204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前端展示层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ChatPanel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WeatherCard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MusicPlayer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ImagePreview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ChartPanel / XiaowenBot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73152" cy="35204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后端调度层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Flask API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parse_command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图表解析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时间与农历注入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白名单应用启动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1508760"/>
            <a:ext cx="73152" cy="3520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088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外部能力层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DashScope / DeepSeek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文生图 / VL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高德天气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网易云搜索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Windows 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设计思路：前端负责体验和展示，后端负责安全调度与第三方能力调用，统一返回 type 字段驱动页面组件切换。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工作亮点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能执行任务 + 时间与农历可信（服务端注入事实，减少模型编造）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44475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1444752"/>
            <a:ext cx="73152" cy="107899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55448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01 多轮对话能力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194767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支持连续追问：先问承德美食，再追问这些在哪能吃到。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44475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1444752"/>
            <a:ext cx="73152" cy="107899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155448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02 AI 多能力集成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194767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DashScope 为主、DeepSeek 可选兜底；文生图、翻译、天气、音乐、图表统一入口。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86207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2862072"/>
            <a:ext cx="73152" cy="107899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297180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03 数据可视化能力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364991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文本或 CSV / Excel 自动生成折线图、柱状图；无数据时可演示数据兜底。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286207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2862072"/>
            <a:ext cx="73152" cy="107899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7" y="297180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04 时间与农历可信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7" y="3364991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LOCAL_TIMEZONE + zhdate：公历「此刻」与农历锚点写入提示，阴历生日换算有据可查。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7939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279392"/>
            <a:ext cx="73152" cy="1078992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38912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05 异步文生图体验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78231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任务提交后轮询状态，前端展示生成进度。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427939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4279392"/>
            <a:ext cx="73152" cy="1078992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7" y="438912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06 安全桌面控制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7" y="478231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白名单启动本机应用；组件化与 Hook 拆分便于扩展。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问题与改进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当前版本已能演示核心能力，但仍需要从稳定性、智能化和工程化继续提升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600200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1600200"/>
            <a:ext cx="73152" cy="53035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709928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意图识别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2039112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154680" y="167335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关键词规则为主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73352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引入大模型意图分类，减少误判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386584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2386584"/>
            <a:ext cx="73152" cy="53035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2496312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图表能力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2825496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154680" y="2459736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当前单系列为主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59736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扩展多系列、饼图和导出图片/PDF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172968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172968"/>
            <a:ext cx="73152" cy="53035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282696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音乐播放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3611879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154680" y="324612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受版权和外链限制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246120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增加多结果选择、合法音乐源和失败重试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959352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3959352"/>
            <a:ext cx="73152" cy="53035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4069080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时间与农历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4398264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3154680" y="4032504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模型易编造日期 / 阴历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32504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已接入服务端注入 + zhdate；持续校验闰月等边界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745736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745736"/>
            <a:ext cx="73152" cy="530352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485546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后端结构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5184647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3154680" y="4818888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功能集中在 app.py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818888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拆分 services、utils、config 模块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532120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532120"/>
            <a:ext cx="73152" cy="530352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" y="5641848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部署形态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" y="5971032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3154680" y="560527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本地开发模式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605272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关闭 debug，增加生产配置和日志监控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下季度计划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围绕“更智能、更稳定、更可展示、更可扩展”推进下一阶段迭代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1600200"/>
            <a:ext cx="73152" cy="333756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1 阶段</a:t>
            </a:r>
            <a:br/>
            <a:r>
              <a:t>体验增强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完善多轮记忆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自动朗读开关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优化默认示例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增强错误提示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39" y="1600200"/>
            <a:ext cx="73152" cy="333756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7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2 阶段</a:t>
            </a:r>
            <a:br/>
            <a:r>
              <a:t>能力扩展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7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日程 / 备忘录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图片历史与下载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多系列图表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联网搜索入口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1600200"/>
            <a:ext cx="73152" cy="333756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7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3 阶段</a:t>
            </a:r>
            <a:br/>
            <a:r>
              <a:t>工程优化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后端服务模块化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图表服务拆分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日志和错误码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生产环境配置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600200"/>
            <a:ext cx="73152" cy="333756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4 阶段</a:t>
            </a:r>
            <a:br/>
            <a:r>
              <a:t>部署展示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Docker 或云部署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HTTPS / Nginx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演示脚本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完善答辩材料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5955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目标：从“本地可运行的 AI 助手原型”升级为“可持续迭代、可部署展示的智能应用平台”。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建议演示路径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用一条完整用户路径展示小文智能 APP 的能力闭环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1508760"/>
            <a:ext cx="73152" cy="12344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1. 语音唤醒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说“小文小文”，进入指令识别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1508760"/>
            <a:ext cx="73152" cy="12344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2. 生活查询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询问“承德天气怎么样”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1508760"/>
            <a:ext cx="73152" cy="1234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3. 连续对话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先问承德美食，再追问位置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3337560"/>
            <a:ext cx="73152" cy="12344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4. 数据图表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生成折线图 一月:120 二月:180 三月:150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3337560"/>
            <a:ext cx="73152" cy="123444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5. AI 创作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说“画一只水彩小猫”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19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19" y="3337560"/>
            <a:ext cx="73152" cy="123444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6. 桌面控制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说“打开计算器”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演示重点：让观众看到小文不是静态页面，而是可以理解指令、调用能力并完成任务的 AI 应用。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150876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31720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小文智能 APP 将继续向更自然、更稳定、更具执行力的个人 AI 助手演进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246120"/>
            <a:ext cx="1444752" cy="329184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3246120"/>
            <a:ext cx="1444752" cy="329184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59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46120"/>
            <a:ext cx="1444752" cy="329184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59" y="3246120"/>
            <a:ext cx="1444752" cy="329184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79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19" y="3246120"/>
            <a:ext cx="1444752" cy="329184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246120"/>
            <a:ext cx="1444752" cy="329184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617720"/>
            <a:ext cx="6675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WPS 演示</Application>
  <PresentationFormat>On-screen Show (4:3)</PresentationFormat>
  <Paragraphs>363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郭洪雷</cp:lastModifiedBy>
  <cp:revision>2</cp:revision>
  <dcterms:created xsi:type="dcterms:W3CDTF">2013-01-27T09:14:00Z</dcterms:created>
  <dcterms:modified xsi:type="dcterms:W3CDTF">2026-06-02T01:45:53Z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4DDF602DD6864ADDB70C73BB8DCEFFD1_12</vt:lpwstr>
  </property>
  <property fmtid="{D5CDD505-2E9C-101B-9397-08002B2CF9AE}" pid="3" name="KSOProductBuildVer">
    <vt:lpwstr>2052-12.1.0.26375</vt:lpwstr>
  </property>
</Properties>
</file>