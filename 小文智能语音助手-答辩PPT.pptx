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8458200" y="1600200"/>
            <a:ext cx="2377440" cy="2377440"/>
          </a:xfrm>
          <a:prstGeom prst="ellipse">
            <a:avLst/>
          </a:prstGeom>
          <a:noFill/>
          <a:ln w="254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709660" y="1851660"/>
            <a:ext cx="1874519" cy="1874519"/>
          </a:xfrm>
          <a:prstGeom prst="ellipse">
            <a:avLst/>
          </a:prstGeom>
          <a:noFill/>
          <a:ln w="254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961120" y="2103120"/>
            <a:ext cx="1371600" cy="1371600"/>
          </a:xfrm>
          <a:prstGeom prst="ellipse">
            <a:avLst/>
          </a:prstGeom>
          <a:noFill/>
          <a:ln w="254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89720" y="2331720"/>
            <a:ext cx="914400" cy="914400"/>
          </a:xfrm>
          <a:prstGeom prst="ellipse">
            <a:avLst/>
          </a:prstGeom>
          <a:solidFill>
            <a:srgbClr val="3ADCFF"/>
          </a:solidFill>
          <a:ln w="12700">
            <a:solidFill>
              <a:srgbClr val="F8F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1024128"/>
            <a:ext cx="7772400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8296C3"/>
                </a:solidFill>
                <a:latin typeface="Microsoft YaHei"/>
              </a:defRPr>
            </a:pPr>
            <a:r>
              <a:t>???? ? ????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1572768"/>
            <a:ext cx="777240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4200" b="1">
                <a:solidFill>
                  <a:srgbClr val="F8FAFF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2514600"/>
            <a:ext cx="77724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0">
                <a:solidFill>
                  <a:srgbClr val="3ADCFF"/>
                </a:solidFill>
                <a:latin typeface="Microsoft YaHei"/>
              </a:defRPr>
            </a:pPr>
            <a:r>
              <a:t>?????AI?????????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3246120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0">
                <a:solidFill>
                  <a:srgbClr val="AEBEE1"/>
                </a:solidFill>
                <a:latin typeface="Microsoft YaHei"/>
              </a:defRPr>
            </a:pPr>
            <a:r>
              <a:t>React 19 + Vite 8  |  Python Flask  |  ??AI??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4160520"/>
            <a:ext cx="178308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4178807"/>
            <a:ext cx="1709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?-????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51760" y="4160520"/>
            <a:ext cx="178308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88336" y="4178807"/>
            <a:ext cx="1709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?-????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26279" y="4160520"/>
            <a:ext cx="178308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62855" y="4178807"/>
            <a:ext cx="1709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?-AI??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799" y="4160520"/>
            <a:ext cx="178308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5" y="4178807"/>
            <a:ext cx="1709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?-??/??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19" y="4160520"/>
            <a:ext cx="1783080" cy="310896"/>
          </a:xfrm>
          <a:prstGeom prst="roundRect">
            <a:avLst/>
          </a:prstGeom>
          <a:solidFill>
            <a:srgbClr val="FF5CB4"/>
          </a:solidFill>
          <a:ln w="12700">
            <a:solidFill>
              <a:srgbClr val="F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11895" y="4178807"/>
            <a:ext cx="1709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?-???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149840" y="4160520"/>
            <a:ext cx="1783080" cy="310896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86415" y="4178807"/>
            <a:ext cx="17099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?-????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074920"/>
            <a:ext cx="7772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8296C3"/>
                </a:solidFill>
                <a:latin typeface="Microsoft YaHei"/>
              </a:defRPr>
            </a:pPr>
            <a:r>
              <a:t>???????  |  2026?6?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508760"/>
            <a:ext cx="45720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152704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150876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1508760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2221991"/>
            <a:ext cx="45720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2240279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2221991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221991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2935224"/>
            <a:ext cx="45720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2953512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2935224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2935224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Microsoft YaHei"/>
              </a:defRPr>
            </a:pPr>
            <a:r>
              <a:t>????-&gt;??-&gt;??-&gt;??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648456"/>
            <a:ext cx="45720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3666744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71600" y="3648456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297680" y="3648456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Microsoft YaHei"/>
              </a:defRPr>
            </a:pPr>
            <a:r>
              <a:t>??/??/??/??/??/??/??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4361688"/>
            <a:ext cx="457200" cy="310896"/>
          </a:xfrm>
          <a:prstGeom prst="roundRect">
            <a:avLst/>
          </a:prstGeom>
          <a:solidFill>
            <a:srgbClr val="FF5CB4"/>
          </a:solidFill>
          <a:ln w="12700">
            <a:solidFill>
              <a:srgbClr val="F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4379975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" y="4361688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361688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Microsoft YaHei"/>
              </a:defRPr>
            </a:pPr>
            <a:r>
              <a:t>XiaowenBot SVG ????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5074920"/>
            <a:ext cx="457200" cy="310896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" y="5093208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71600" y="5074920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5074920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Microsoft YaHei"/>
              </a:defRPr>
            </a:pPr>
            <a:r>
              <a:t>?? ?? ?? ????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5788152"/>
            <a:ext cx="457200" cy="310896"/>
          </a:xfrm>
          <a:prstGeom prst="roundRect">
            <a:avLst/>
          </a:prstGeom>
          <a:solidFill>
            <a:srgbClr val="FFD764"/>
          </a:solidFill>
          <a:ln w="12700">
            <a:solidFill>
              <a:srgbClr val="FFD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" y="5806440"/>
            <a:ext cx="3840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5788152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297680" y="5788152"/>
            <a:ext cx="6400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Microsoft YaHei"/>
              </a:defRPr>
            </a:pPr>
            <a:r>
              <a:t>?????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1508760"/>
            <a:ext cx="106070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8FAFF"/>
                </a:solidFill>
                <a:latin typeface="Microsoft YaHei"/>
              </a:defRPr>
            </a:pPr>
            <a:r>
              <a:t>????????????????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1060704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AEBEE1"/>
                </a:solidFill>
                <a:latin typeface="Microsoft YaHei"/>
              </a:defRPr>
            </a:pPr>
            <a:r>
              <a:t>??????????????????????????????????????????????????????????????????????????????????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965960" y="3977639"/>
            <a:ext cx="169164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02536" y="3995927"/>
            <a:ext cx="1618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794760" y="3977639"/>
            <a:ext cx="169164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31336" y="3995927"/>
            <a:ext cx="1618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3977639"/>
            <a:ext cx="169164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60136" y="3995927"/>
            <a:ext cx="1618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52360" y="3977639"/>
            <a:ext cx="169164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88936" y="3995927"/>
            <a:ext cx="1618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81160" y="3977639"/>
            <a:ext cx="1691640" cy="310896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17736" y="3995927"/>
            <a:ext cx="161848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RESTful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4231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42316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??????????????????????AI??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4231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42316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8562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?????(LLM)??????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???AI(??+??+??)????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?????+???????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4069080"/>
            <a:ext cx="10899648" cy="21945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4069080"/>
            <a:ext cx="73152" cy="219456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178808"/>
            <a:ext cx="10552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544568"/>
            <a:ext cx="10515600" cy="1627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????????????+AI??+????+AI??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 ????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??/??/??/??/??/??/??/??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2606040" cy="21031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50392" y="1554480"/>
            <a:ext cx="502920" cy="502920"/>
          </a:xfrm>
          <a:prstGeom prst="ellipse">
            <a:avLst/>
          </a:prstGeom>
          <a:solidFill>
            <a:srgbClr val="3ADCFF"/>
          </a:solidFill>
          <a:ln w="1905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160020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547872" y="1417320"/>
            <a:ext cx="2606040" cy="21031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685032" y="1554480"/>
            <a:ext cx="502920" cy="502920"/>
          </a:xfrm>
          <a:prstGeom prst="ellipse">
            <a:avLst/>
          </a:prstGeom>
          <a:solidFill>
            <a:srgbClr val="4A90FF"/>
          </a:solidFill>
          <a:ln w="1905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85032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25112" y="160020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82512" y="1417320"/>
            <a:ext cx="2606040" cy="21031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519672" y="1554480"/>
            <a:ext cx="502920" cy="502920"/>
          </a:xfrm>
          <a:prstGeom prst="ellipse">
            <a:avLst/>
          </a:prstGeom>
          <a:solidFill>
            <a:srgbClr val="9B5CFF"/>
          </a:solidFill>
          <a:ln w="1905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19672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59752" y="160020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AI???????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217152" y="1417320"/>
            <a:ext cx="2606040" cy="21031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354312" y="1554480"/>
            <a:ext cx="502920" cy="502920"/>
          </a:xfrm>
          <a:prstGeom prst="ellipse">
            <a:avLst/>
          </a:prstGeom>
          <a:solidFill>
            <a:srgbClr val="4CE6AA"/>
          </a:solidFill>
          <a:ln w="1905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54312" y="155448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94392" y="160020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?????????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3749039"/>
            <a:ext cx="2606040" cy="21031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50392" y="3886200"/>
            <a:ext cx="502920" cy="502920"/>
          </a:xfrm>
          <a:prstGeom prst="ellipse">
            <a:avLst/>
          </a:prstGeom>
          <a:solidFill>
            <a:srgbClr val="FFB45A"/>
          </a:solidFill>
          <a:ln w="1905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0392" y="3886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490472" y="393192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547872" y="3749039"/>
            <a:ext cx="2606040" cy="21031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3685032" y="3886200"/>
            <a:ext cx="502920" cy="502920"/>
          </a:xfrm>
          <a:prstGeom prst="ellipse">
            <a:avLst/>
          </a:prstGeom>
          <a:solidFill>
            <a:srgbClr val="FF5CB4"/>
          </a:solidFill>
          <a:ln w="19050">
            <a:solidFill>
              <a:srgbClr val="F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685032" y="3886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25112" y="393192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AI???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82512" y="3749039"/>
            <a:ext cx="2606040" cy="21031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6519672" y="3886200"/>
            <a:ext cx="502920" cy="502920"/>
          </a:xfrm>
          <a:prstGeom prst="ellipse">
            <a:avLst/>
          </a:prstGeom>
          <a:solidFill>
            <a:srgbClr val="FF6982"/>
          </a:solidFill>
          <a:ln w="19050">
            <a:solidFill>
              <a:srgbClr val="FF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19672" y="3886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9752" y="393192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217152" y="3749039"/>
            <a:ext cx="2606040" cy="21031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354312" y="3886200"/>
            <a:ext cx="502920" cy="502920"/>
          </a:xfrm>
          <a:prstGeom prst="ellipse">
            <a:avLst/>
          </a:prstGeom>
          <a:solidFill>
            <a:srgbClr val="FFD764"/>
          </a:solidFill>
          <a:ln w="19050">
            <a:solidFill>
              <a:srgbClr val="FFD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54312" y="3886200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994392" y="3931920"/>
            <a:ext cx="16459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??+??+AI??+?????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1488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React 19 + Vite 8 (????)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React Router (????)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Context API + Custom Hooks (???????)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Capacitor (???) / Electron (???)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Web Speech API ? getUserMedia ? Audio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1488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Python 3.11 + Flask (Web??)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SQLite (?????)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JWT (?????)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WebSocket (????/TTS)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task_parser (??????)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749039"/>
            <a:ext cx="5349240" cy="25146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749039"/>
            <a:ext cx="73152" cy="251460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5876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AI??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24527"/>
            <a:ext cx="496519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?????DashScope (????????????)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DeepSeek (???OpenAI?????/??/?????)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 (TTS??+????IAT)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49039"/>
            <a:ext cx="5440680" cy="25146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749039"/>
            <a:ext cx="73152" cy="251460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85876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224527"/>
            <a:ext cx="505663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 (?????????)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 / iTunes (??????)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zhdate (????)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????????-&gt;???-&gt;?????-&gt;???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63040"/>
            <a:ext cx="7772400" cy="960120"/>
          </a:xfrm>
          <a:prstGeom prst="roundRect">
            <a:avLst/>
          </a:prstGeom>
          <a:solidFill>
            <a:srgbClr val="161F3E"/>
          </a:solidFill>
          <a:ln w="1905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1536192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3ADCFF"/>
                </a:solidFill>
                <a:latin typeface="Microsoft YaHei"/>
              </a:defRPr>
            </a:pPr>
            <a:r>
              <a:t>???(???)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18288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React????????????????????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??????Web Speech?getUserMedia?Audio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???XiaowenBot?SVG+??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606040"/>
            <a:ext cx="7772400" cy="960120"/>
          </a:xfrm>
          <a:prstGeom prst="roundRect">
            <a:avLst/>
          </a:prstGeom>
          <a:solidFill>
            <a:srgbClr val="161F3E"/>
          </a:solidFill>
          <a:ln w="1905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2679192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4A90FF"/>
                </a:solidFill>
                <a:latin typeface="Microsoft YaHei"/>
              </a:defRPr>
            </a:pPr>
            <a:r>
              <a:t>???(Flask)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" y="297180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Blueprint api: /api/send-task /api/tts?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JSON?????????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" y="3657600"/>
            <a:ext cx="7772400" cy="960120"/>
          </a:xfrm>
          <a:prstGeom prst="roundRect">
            <a:avLst/>
          </a:prstGeom>
          <a:solidFill>
            <a:srgbClr val="161F3E"/>
          </a:solidFill>
          <a:ln w="1905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3730752"/>
            <a:ext cx="2743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9B5C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023360"/>
            <a:ext cx="749807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task_parser: parse_command 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??/??/??/??/????/????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" y="4709160"/>
            <a:ext cx="3749039" cy="1600200"/>
          </a:xfrm>
          <a:prstGeom prst="roundRect">
            <a:avLst/>
          </a:prstGeom>
          <a:solidFill>
            <a:srgbClr val="161F3E"/>
          </a:solidFill>
          <a:ln w="1905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4800600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4CE6AA"/>
                </a:solidFill>
                <a:latin typeface="Microsoft YaHei"/>
              </a:defRPr>
            </a:pPr>
            <a:r>
              <a:t>????/???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074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xfyun_tts / iat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session 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user_apps ???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36592" y="4709160"/>
            <a:ext cx="3749039" cy="1600200"/>
          </a:xfrm>
          <a:prstGeom prst="roundRect">
            <a:avLst/>
          </a:prstGeom>
          <a:solidFill>
            <a:srgbClr val="161F3E"/>
          </a:solidFill>
          <a:ln w="1905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864608" y="4800600"/>
            <a:ext cx="34747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FB45A"/>
                </a:solidFill>
                <a:latin typeface="Microsoft YaHei"/>
              </a:defRPr>
            </a:pPr>
            <a:r>
              <a:t>???HTTP/WS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64608" y="5074920"/>
            <a:ext cx="3474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DashScope / 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DeepSeek(??)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??WebSocket TTS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44000" y="1508760"/>
            <a:ext cx="256032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3ADC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44000" y="1920240"/>
            <a:ext cx="256032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180576" y="1938528"/>
            <a:ext cx="2487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144000" y="2423160"/>
            <a:ext cx="256032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0576" y="2441448"/>
            <a:ext cx="2487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2926080"/>
            <a:ext cx="256032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80576" y="2944368"/>
            <a:ext cx="2487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44000" y="3429000"/>
            <a:ext cx="256032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80576" y="3447288"/>
            <a:ext cx="2487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144000" y="3931920"/>
            <a:ext cx="2560320" cy="310896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80576" y="3950208"/>
            <a:ext cx="2487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19659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196596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/api/send-task?????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1417320"/>
            <a:ext cx="5349240" cy="19659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1417320"/>
            <a:ext cx="73152" cy="196596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892808"/>
            <a:ext cx="4965192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parse_command???????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566160"/>
            <a:ext cx="5349240" cy="19659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566160"/>
            <a:ext cx="73152" cy="196596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67588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041648"/>
            <a:ext cx="4965192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?????UI?????HTTP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?????????????.env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3566160"/>
            <a:ext cx="5349240" cy="196596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36792" y="3566160"/>
            <a:ext cx="73152" cy="196596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67588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041648"/>
            <a:ext cx="4965192" cy="1399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???????????shell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????+????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296C3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206240"/>
            <a:ext cx="3962095" cy="54864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???????-&gt;??-&gt;??-&gt;??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2606040" cy="4572000"/>
          </a:xfrm>
          <a:prstGeom prst="roundRect">
            <a:avLst/>
          </a:prstGeom>
          <a:solidFill>
            <a:srgbClr val="161F3E"/>
          </a:solidFill>
          <a:ln w="1905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0392" y="1554480"/>
            <a:ext cx="233172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572768"/>
            <a:ext cx="22585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Step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1965960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2423160"/>
            <a:ext cx="2331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???????????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?????Web Speech API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??????????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CommandInput????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3364991" y="2926080"/>
            <a:ext cx="182880" cy="320040"/>
          </a:xfrm>
          <a:prstGeom prst="rightArrow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547872" y="1417320"/>
            <a:ext cx="2606040" cy="4572000"/>
          </a:xfrm>
          <a:prstGeom prst="roundRect">
            <a:avLst/>
          </a:prstGeom>
          <a:solidFill>
            <a:srgbClr val="161F3E"/>
          </a:solidFill>
          <a:ln w="1905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85032" y="1554480"/>
            <a:ext cx="233172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21608" y="1572768"/>
            <a:ext cx="22585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Step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85032" y="1965960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85032" y="2423160"/>
            <a:ext cx="2331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App.autoSendTask??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??task+history+location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POST /api/send-task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JSON????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6199631" y="2926080"/>
            <a:ext cx="182880" cy="320040"/>
          </a:xfrm>
          <a:prstGeom prst="rightArrow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382512" y="1417320"/>
            <a:ext cx="2606040" cy="4572000"/>
          </a:xfrm>
          <a:prstGeom prst="roundRect">
            <a:avLst/>
          </a:prstGeom>
          <a:solidFill>
            <a:srgbClr val="161F3E"/>
          </a:solidFill>
          <a:ln w="1905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19672" y="1554480"/>
            <a:ext cx="233172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56248" y="1572768"/>
            <a:ext cx="22585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Step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19672" y="1965960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19672" y="2423160"/>
            <a:ext cx="2331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routes/api.py??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parse_command????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?????????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??{type,msg,...}</a:t>
            </a:r>
          </a:p>
        </p:txBody>
      </p:sp>
      <p:sp>
        <p:nvSpPr>
          <p:cNvPr id="36" name="Right Arrow 35"/>
          <p:cNvSpPr/>
          <p:nvPr/>
        </p:nvSpPr>
        <p:spPr>
          <a:xfrm>
            <a:off x="9034272" y="2926080"/>
            <a:ext cx="182880" cy="320040"/>
          </a:xfrm>
          <a:prstGeom prst="rightArrow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217152" y="1417320"/>
            <a:ext cx="2606040" cy="4572000"/>
          </a:xfrm>
          <a:prstGeom prst="roundRect">
            <a:avLst/>
          </a:prstGeom>
          <a:solidFill>
            <a:srgbClr val="161F3E"/>
          </a:solidFill>
          <a:ln w="1905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354312" y="1554480"/>
            <a:ext cx="233172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390888" y="1572768"/>
            <a:ext cx="22585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Step 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4312" y="1965960"/>
            <a:ext cx="2331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54312" y="2423160"/>
            <a:ext cx="2331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????type??contentType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chat/weather/music/image/chart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  <a:p>
            <a:pPr>
              <a:spcAft>
                <a:spcPts val="300"/>
              </a:spcAft>
              <a:defRPr sz="1100">
                <a:solidFill>
                  <a:srgbClr val="AEBEE1"/>
                </a:solidFill>
                <a:latin typeface="Microsoft YaHei"/>
              </a:defRPr>
            </a:pPr>
            <a:r>
              <a:t>???/???/????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 parse_command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????????? - ??????????????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1417320"/>
            <a:ext cx="36576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3816" y="1435608"/>
            <a:ext cx="2926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141732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46120" y="1417320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is_weather_intent -&gt; ???? -&gt; ??API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1947672"/>
            <a:ext cx="36576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" y="1965960"/>
            <a:ext cx="2926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1947672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1947672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is_music_intent -&gt; ???? -&gt; ???/iTunes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40" y="2478024"/>
            <a:ext cx="36576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2496312"/>
            <a:ext cx="2926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80160" y="2478024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46120" y="2478024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is_chart_intent -&gt; resolve_chart_points -&gt; ChartPanel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77240" y="3008376"/>
            <a:ext cx="365760" cy="310896"/>
          </a:xfrm>
          <a:prstGeom prst="roundRect">
            <a:avLst/>
          </a:prstGeom>
          <a:solidFill>
            <a:srgbClr val="FF5CB4"/>
          </a:solidFill>
          <a:ln w="12700">
            <a:solidFill>
              <a:srgbClr val="F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3816" y="3026664"/>
            <a:ext cx="2926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80160" y="3008376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246120" y="3008376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????? -&gt; DashScope??? -&gt; ????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77240" y="3538728"/>
            <a:ext cx="365760" cy="310896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816" y="3557016"/>
            <a:ext cx="2926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80160" y="3538728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246120" y="3538728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is_image_analysis -&gt; VL?? -&gt; ????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4069080"/>
            <a:ext cx="36576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13816" y="4087368"/>
            <a:ext cx="2926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80160" y="406908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46120" y="4069080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??+??? -&gt; user_apps????? -&gt; subprocess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77240" y="4599431"/>
            <a:ext cx="365760" cy="310896"/>
          </a:xfrm>
          <a:prstGeom prst="roundRect">
            <a:avLst/>
          </a:prstGeom>
          <a:solidFill>
            <a:srgbClr val="FFD764"/>
          </a:solidFill>
          <a:ln w="12700">
            <a:solidFill>
              <a:srgbClr val="FFD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3816" y="4617719"/>
            <a:ext cx="2926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280160" y="4599431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246120" y="4599431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is_world_intent -&gt; session.WORLD_STATE -&gt; ????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129783"/>
            <a:ext cx="365760" cy="310896"/>
          </a:xfrm>
          <a:prstGeom prst="roundRect">
            <a:avLst/>
          </a:prstGeom>
          <a:solidFill>
            <a:srgbClr val="FF6982"/>
          </a:solidFill>
          <a:ln w="12700">
            <a:solidFill>
              <a:srgbClr val="FF69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3816" y="5148071"/>
            <a:ext cx="2926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80160" y="5129783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46120" y="5129783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is_knowledge_intent -&gt; ?????? -&gt; RAG??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77240" y="5660136"/>
            <a:ext cx="365760" cy="310896"/>
          </a:xfrm>
          <a:prstGeom prst="roundRect">
            <a:avLst/>
          </a:prstGeom>
          <a:solidFill>
            <a:srgbClr val="AEBEE1"/>
          </a:solidFill>
          <a:ln w="12700">
            <a:solidFill>
              <a:srgbClr val="AEBE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3816" y="5678423"/>
            <a:ext cx="2926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280160" y="5660136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246120" y="5660136"/>
            <a:ext cx="8229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AEBEE1"/>
                </a:solidFill>
                <a:latin typeface="Microsoft YaHei"/>
              </a:defRPr>
            </a:pPr>
            <a:r>
              <a:t>?? -&gt; DashScope/DeepSeek???? -&gt; history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296C3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206240"/>
            <a:ext cx="3962095" cy="54864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????+????+????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1488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 -&gt; parse_command????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??history(?????)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??DashScope qwen-max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????????DeepSeek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??reply+??history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1488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????DashScope qwen-max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???DeepSeek(OpenAI??)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??????????/?????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749039"/>
            <a:ext cx="5349240" cy="25146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749039"/>
            <a:ext cx="73152" cy="251460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5876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24527"/>
            <a:ext cx="496519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??sessionStorage??????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????????history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??????(?????)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???????????(?????)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????????(?????)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49039"/>
            <a:ext cx="5440680" cy="25146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749039"/>
            <a:ext cx="73152" cy="251460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85876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224527"/>
            <a:ext cx="505663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ChatPanel??????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contentType=chat???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??????(TTS)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????????/??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Web Speech+???+??TTS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331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????(??)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Web Speech API??????????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useVoiceRecognition Hook????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33172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????(??)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POST /api/tts -&gt; xfyun_tts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??WebSocket????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?????(Blob)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??Audio????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???TTS?????????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931920"/>
            <a:ext cx="10899648" cy="22860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931920"/>
            <a:ext cx="73152" cy="228600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41648"/>
            <a:ext cx="10552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07408"/>
            <a:ext cx="105156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??????Web Speech/??IAT -&gt; 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??????parse_command -&gt; ???? -&gt; 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 -&gt; ??TTS WebSocket -&gt; ??? -&gt; ??Audio??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 -&gt; ???????????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??API+??+?????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1488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is_weather_intent???????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?????(??????????)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 -&gt; ??adcode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??????API -&gt; ????/????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??type=weather+weatherData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1488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contentType=weather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WeatherCard?????????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???+????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749039"/>
            <a:ext cx="10899648" cy="25146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749039"/>
            <a:ext cx="73152" cy="251460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58768"/>
            <a:ext cx="10552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24527"/>
            <a:ext cx="1051560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??getUserMedia?????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??regeocode??????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 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???/iTunes+????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33172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is_music_intent???????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?????/???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?????API/iTunes API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??????(???????????)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type=music+musicData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331720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contentType=music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MusicPlayer????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????+????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???+??(??)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useMusicPlayer Hook??????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Microsoft YaHei"/>
              </a:defRPr>
            </a:pPr>
            <a:r>
              <a:t>??????????????????????????????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????AI???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DashScope????+????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331720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????????(?????)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parse_command -&gt; 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??DashScope???API -&gt; ??taskId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??type=image_pending+taskId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???????GET /api/image-status/&lt;taskId&gt;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33172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startImagePolling????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dashscope_poll_image??????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???PENDING-&gt;RUNNING-&gt;SUCCEEDED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?????imageUrl -&gt; 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??/?? -&gt; 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931920"/>
            <a:ext cx="10899648" cy="22860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931920"/>
            <a:ext cx="73152" cy="228600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41648"/>
            <a:ext cx="10552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07408"/>
            <a:ext cx="105156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????+????????????Flask??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taskId??????????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 ??-&gt;??-&gt;??-&gt;?? 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?????????+????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????+???? -&gt; SVG??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33172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is_chart_intent???????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resolve_chart_points_from_task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 ??-??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 ??90 ??85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??chartData+workflow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33172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POST /api/generate-chart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multipart??CSV/Excel??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parse_chart_file??????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build_chart_payload??chartData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??chartData+with_workflow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931920"/>
            <a:ext cx="10899648" cy="22860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931920"/>
            <a:ext cx="73152" cy="228600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41648"/>
            <a:ext cx="10552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07408"/>
            <a:ext cx="105156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contentType=chart -&gt; ChartPanel??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SVG?????/???/??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generateChartFromFile?FormData+fetch??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 ??-&gt;??-&gt;?? ??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DashScope VL+????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331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POST /api/analyze-image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multipart??image+question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analyze_uploaded_image??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??DashScope VL?????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??reply+workflow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331720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kind=face_wellness??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VL????????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??????+??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ImageAnalyzer/FaceWellness??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931920"/>
            <a:ext cx="10899648" cy="22860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931920"/>
            <a:ext cx="73152" cy="228600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41648"/>
            <a:ext cx="10552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07408"/>
            <a:ext cx="105156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??????+??????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kind?????????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multipart?????+??????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workflow??????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 - ????????shell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33172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load_user_apps/save_user_apps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??user_app_launchers.json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merge_launchers????+????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validate_exe_path????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validate_display_name?????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331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subprocess??????????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????????shell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 -&gt; 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931920"/>
            <a:ext cx="10899648" cy="22860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931920"/>
            <a:ext cx="73152" cy="228600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4041648"/>
            <a:ext cx="10552176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407408"/>
            <a:ext cx="10515600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??APP_LAUNCHERS????????????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pick_exe_dialog.py????????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/api/user-apps + DefaultPanel??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 ? ???? ? 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347472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331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3127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309067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SelectionToolbar???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POST /api/translate-selection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translate_selected_text??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1417320"/>
            <a:ext cx="347472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1417320"/>
            <a:ext cx="73152" cy="233172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1527048"/>
            <a:ext cx="312724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1892808"/>
            <a:ext cx="309067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session.WORLD_STATE??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is_world_intent??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apply_world_action????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??LLM????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28431" y="1417320"/>
            <a:ext cx="361188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28431" y="1417320"/>
            <a:ext cx="73152" cy="233172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1527048"/>
            <a:ext cx="32644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1892808"/>
            <a:ext cx="322783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is_knowledge_intent??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ai_answer_with_knowledge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??????messages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??knowledgeSources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RAG??????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3977639"/>
            <a:ext cx="10972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?????????(type????contentType??)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34340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434340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EE1"/>
                </a:solidFill>
                <a:latin typeface="Microsoft YaHei"/>
              </a:defRPr>
            </a:pPr>
            <a:r>
              <a:t>ChatPanel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343400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3ADCFF"/>
                </a:solidFill>
                <a:latin typeface="Microsoft YaHei"/>
              </a:defRPr>
            </a:pPr>
            <a:r>
              <a:t>DashScope/DeepSeek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466344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43200" y="466344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EE1"/>
                </a:solidFill>
                <a:latin typeface="Microsoft YaHei"/>
              </a:defRPr>
            </a:pPr>
            <a:r>
              <a:t>WeatherCard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4663440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3ADC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498348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498348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EE1"/>
                </a:solidFill>
                <a:latin typeface="Microsoft YaHei"/>
              </a:defRPr>
            </a:pPr>
            <a:r>
              <a:t>MusicPlayer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83680" y="4983480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3ADCFF"/>
                </a:solidFill>
                <a:latin typeface="Microsoft YaHei"/>
              </a:defRPr>
            </a:pPr>
            <a:r>
              <a:t>???/iTunes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30352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Microsoft YaHei"/>
              </a:defRPr>
            </a:pPr>
            <a:r>
              <a:t>???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0" y="530352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EE1"/>
                </a:solidFill>
                <a:latin typeface="Microsoft YaHei"/>
              </a:defRPr>
            </a:pPr>
            <a:r>
              <a:t>ImagePreview+??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303520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3ADC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62356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562356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EE1"/>
                </a:solidFill>
                <a:latin typeface="Microsoft YaHei"/>
              </a:defRPr>
            </a:pPr>
            <a:r>
              <a:t>ChartPanel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83680" y="5623560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3ADCFF"/>
                </a:solidFill>
                <a:latin typeface="Microsoft YaHei"/>
              </a:defRPr>
            </a:pPr>
            <a:r>
              <a:t>??+CSV/Excel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94360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43200" y="594360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EE1"/>
                </a:solidFill>
                <a:latin typeface="Microsoft YaHei"/>
              </a:defRPr>
            </a:pPr>
            <a:r>
              <a:t>ImageAnalyzer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583680" y="5943600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3ADCFF"/>
                </a:solidFill>
                <a:latin typeface="Microsoft YaHei"/>
              </a:defRPr>
            </a:pPr>
            <a:r>
              <a:t>??VL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6263640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743200" y="6263640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EE1"/>
                </a:solidFill>
                <a:latin typeface="Microsoft YaHei"/>
              </a:defRPr>
            </a:pPr>
            <a:r>
              <a:t>DefaultPanel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83680" y="6263640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3ADCFF"/>
                </a:solidFill>
                <a:latin typeface="Microsoft YaHei"/>
              </a:defRPr>
            </a:pPr>
            <a:r>
              <a:t>???launch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6583679"/>
            <a:ext cx="18288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1">
                <a:solidFill>
                  <a:srgbClr val="F8FAFF"/>
                </a:solidFill>
                <a:latin typeface="Microsoft YaHei"/>
              </a:defRPr>
            </a:pPr>
            <a:r>
              <a:t>??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743200" y="6583679"/>
            <a:ext cx="36576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AEBEE1"/>
                </a:solidFill>
                <a:latin typeface="Microsoft YaHei"/>
              </a:defRPr>
            </a:pPr>
            <a:r>
              <a:t>ChatPanel+xfyunTts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583680" y="6583679"/>
            <a:ext cx="5029200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50" b="0">
                <a:solidFill>
                  <a:srgbClr val="3ADCFF"/>
                </a:solidFill>
                <a:latin typeface="Microsoft YaHei"/>
              </a:defRPr>
            </a:pPr>
            <a:r>
              <a:t>??TTS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296C3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8FAFF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206240"/>
            <a:ext cx="3962095" cy="54864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 XiaowenBot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???SVG+???? - 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1488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SVG?????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?????????SVG??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mood???neutral/happy/curious/sleepy/surprised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XiaowenBot.jsx + XiaowenBot.css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1488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requestAnimationFrame????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749039"/>
            <a:ext cx="5349240" cy="25146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749039"/>
            <a:ext cx="73152" cy="251460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5876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24527"/>
            <a:ext cx="496519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?????5? -&gt; 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localStorage?????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resize?????????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prefers-reduced-motion????????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49039"/>
            <a:ext cx="5440680" cy="25146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749039"/>
            <a:ext cx="73152" cy="2514600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85876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224527"/>
            <a:ext cx="505663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?App.jsx?????????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????+?????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33172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CSS????????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localStorage???????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??????????class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?????(??PPT???)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?????(????)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33172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33172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764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???????(??/??/??/??/??)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?????/???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Capacitor+Electron???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3977639"/>
            <a:ext cx="105156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AEBEE1"/>
                </a:solidFill>
                <a:latin typeface="Microsoft YaHei"/>
              </a:defRPr>
            </a:pPr>
            <a:r>
              <a:t>??????????????????????????????????????????????????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296C3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8FAFF"/>
                </a:solidFill>
                <a:latin typeface="Microsoft YaHei"/>
              </a:defRPr>
            </a:pPr>
            <a:r>
              <a:t>???????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206240"/>
            <a:ext cx="3962095" cy="54864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?????????????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16916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parse_command????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36792" y="1417320"/>
            <a:ext cx="534924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36792" y="1417320"/>
            <a:ext cx="73152" cy="16916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3796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1892808"/>
            <a:ext cx="49651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???apiUrl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.env?.gitignore??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291839"/>
            <a:ext cx="534924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291839"/>
            <a:ext cx="73152" cy="16916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40156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3767327"/>
            <a:ext cx="49651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taskId????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???????Flask??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36792" y="3291839"/>
            <a:ext cx="534924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36792" y="3291839"/>
            <a:ext cx="73152" cy="16916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340156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3767327"/>
            <a:ext cx="49651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DashScope???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DeepSeek??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13232" y="5166359"/>
            <a:ext cx="534924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5166359"/>
            <a:ext cx="73152" cy="1691640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27608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???XiaowenBot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5641848"/>
            <a:ext cx="49651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??SVG+Pointer??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rAF??+CSS??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36792" y="5166359"/>
            <a:ext cx="534924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36792" y="5166359"/>
            <a:ext cx="73152" cy="169164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527608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37960" y="5641848"/>
            <a:ext cx="496519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prefers-reduced-motion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??????(????)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1389888"/>
            <a:ext cx="5349240" cy="26060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5800" y="1389888"/>
            <a:ext cx="73152" cy="26060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" y="1499616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" y="1865376"/>
            <a:ext cx="4965192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pnpm dev+python app.py 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pnpm build -&gt; dist 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REST API??????TTS????????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.env.example??????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????+????+PPT????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389888"/>
            <a:ext cx="5440680" cy="26060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389888"/>
            <a:ext cx="73152" cy="260604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499616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??(????)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65376"/>
            <a:ext cx="5056632" cy="2039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task_parser?????????????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?8~12?????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28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8" y="1417320"/>
            <a:ext cx="342900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49808" y="1417320"/>
            <a:ext cx="73152" cy="16916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0976" y="1527048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" y="1892808"/>
            <a:ext cx="30449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 WeatherCard+???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53128" y="1417320"/>
            <a:ext cx="342900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53128" y="1417320"/>
            <a:ext cx="73152" cy="16916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54296" y="1527048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4296" y="1892808"/>
            <a:ext cx="30449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AI??+???? history???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56448" y="1417320"/>
            <a:ext cx="342900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156448" y="1417320"/>
            <a:ext cx="73152" cy="169164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57616" y="1527048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57616" y="1892808"/>
            <a:ext cx="30449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???TTS?? ??????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3291839"/>
            <a:ext cx="342900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49808" y="3291839"/>
            <a:ext cx="73152" cy="169164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50976" y="3401568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" y="3767327"/>
            <a:ext cx="30449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 ?????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453128" y="3291839"/>
            <a:ext cx="342900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453128" y="3291839"/>
            <a:ext cx="73152" cy="1691640"/>
          </a:xfrm>
          <a:prstGeom prst="rect">
            <a:avLst/>
          </a:prstGeom>
          <a:solidFill>
            <a:srgbClr val="FFB4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4296" y="3401568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54296" y="3767327"/>
            <a:ext cx="30449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 ???????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56448" y="3291839"/>
            <a:ext cx="3429000" cy="16916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56448" y="3291839"/>
            <a:ext cx="73152" cy="1691640"/>
          </a:xfrm>
          <a:prstGeom prst="rect">
            <a:avLst/>
          </a:prstGeom>
          <a:solidFill>
            <a:srgbClr val="FF5C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57616" y="3401568"/>
            <a:ext cx="308152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57616" y="3767327"/>
            <a:ext cx="3044952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 ????????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" y="5349240"/>
            <a:ext cx="105156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AEBEE1"/>
                </a:solidFill>
                <a:latin typeface="Microsoft YaHei"/>
              </a:defRPr>
            </a:pPr>
            <a:r>
              <a:t>??????backend/.env?????????????????+??+??????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296C3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286000"/>
            <a:ext cx="12191695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800" b="1">
                <a:solidFill>
                  <a:srgbClr val="F8FAFF"/>
                </a:solidFill>
                <a:latin typeface="Microsoft YaHei"/>
              </a:defRPr>
            </a:pPr>
            <a:r>
              <a:t>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0" y="4206240"/>
            <a:ext cx="3962095" cy="54864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????????????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417320"/>
            <a:ext cx="10607040" cy="443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F8FAFF"/>
                </a:solidFill>
                <a:latin typeface="Microsoft YaHei"/>
              </a:defRPr>
            </a:pPr>
            <a:r>
              <a:t>????? React 19 + Vite 8 ? Python Flask?</a:t>
            </a:r>
            <a:br/>
            <a:r>
              <a:t>??????????Hook?????React???????/api?????Vite?</a:t>
            </a:r>
            <a:br/>
            <a:r>
              <a:t>??????????REST???Python???????????????????Flask?</a:t>
            </a:r>
            <a:br/>
            <a:br/>
            <a:r>
              <a:t>??RESTful API????????????????????DeepSeek?</a:t>
            </a:r>
            <a:br/>
            <a:r>
              <a:t>?parse_command??????????????????????/??API?????</a:t>
            </a:r>
            <a:br/>
            <a:br/>
            <a:r>
              <a:t>??????????????????????????????????</a:t>
            </a:r>
            <a:br/>
            <a:r>
              <a:t>??????????????????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40080" y="384048"/>
            <a:ext cx="10515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600" b="1">
                <a:solidFill>
                  <a:srgbClr val="F8FAFF"/>
                </a:solidFill>
                <a:latin typeface="Microsoft YaHei"/>
              </a:defRPr>
            </a:pPr>
            <a:r>
              <a:t>??????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932688"/>
            <a:ext cx="1097280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50" b="0">
                <a:solidFill>
                  <a:srgbClr val="AEBEE1"/>
                </a:solidFill>
                <a:latin typeface="Microsoft YaHei"/>
              </a:defRPr>
            </a:pPr>
            <a:r>
              <a:t>????+????+????+????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1298448"/>
            <a:ext cx="1097280" cy="4572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6437376"/>
            <a:ext cx="54864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800" b="0">
                <a:solidFill>
                  <a:srgbClr val="8296C3"/>
                </a:solidFill>
                <a:latin typeface="Microsoft YaHei"/>
              </a:defRPr>
            </a:pPr>
            <a:r>
              <a:t>???????? ? ??PPT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31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1417320"/>
            <a:ext cx="534924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3232" y="1417320"/>
            <a:ext cx="73152" cy="2148840"/>
          </a:xfrm>
          <a:prstGeom prst="rect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152704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1892808"/>
            <a:ext cx="496519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417320"/>
            <a:ext cx="5440680" cy="214884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72200" y="1417320"/>
            <a:ext cx="73152" cy="2148840"/>
          </a:xfrm>
          <a:prstGeom prst="rect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52704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1892808"/>
            <a:ext cx="5056632" cy="1581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" y="3749039"/>
            <a:ext cx="5349240" cy="25146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3232" y="3749039"/>
            <a:ext cx="73152" cy="2514600"/>
          </a:xfrm>
          <a:prstGeom prst="rect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858768"/>
            <a:ext cx="50017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4224527"/>
            <a:ext cx="496519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???????API????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???????????????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3749039"/>
            <a:ext cx="5440680" cy="2514600"/>
          </a:xfrm>
          <a:prstGeom prst="roundRect">
            <a:avLst/>
          </a:prstGeom>
          <a:solidFill>
            <a:srgbClr val="161F3E"/>
          </a:solidFill>
          <a:ln w="12700">
            <a:solidFill>
              <a:srgbClr val="465A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72200" y="3749039"/>
            <a:ext cx="73152" cy="2514600"/>
          </a:xfrm>
          <a:prstGeom prst="rect">
            <a:avLst/>
          </a:prstGeom>
          <a:solidFill>
            <a:srgbClr val="4CE6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3858768"/>
            <a:ext cx="509320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3368" y="4224527"/>
            <a:ext cx="5056632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?????????</a:t>
            </a:r>
          </a:p>
          <a:p>
            <a:pPr>
              <a:spcAft>
                <a:spcPts val="300"/>
              </a:spcAft>
              <a:defRPr sz="1000">
                <a:solidFill>
                  <a:srgbClr val="AEBEE1"/>
                </a:solidFill>
                <a:latin typeface="Microsoft YaHei"/>
              </a:defRPr>
            </a:pPr>
            <a:r>
              <a:t>????????JSON??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0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-457200"/>
            <a:ext cx="2926080" cy="2926080"/>
          </a:xfrm>
          <a:prstGeom prst="ellipse">
            <a:avLst/>
          </a:prstGeom>
          <a:solidFill>
            <a:srgbClr val="9B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731520" y="4754880"/>
            <a:ext cx="2468880" cy="2468880"/>
          </a:xfrm>
          <a:prstGeom prst="ellipse">
            <a:avLst/>
          </a:prstGeom>
          <a:solidFill>
            <a:srgbClr val="4A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754880" y="1005840"/>
            <a:ext cx="1371600" cy="1371600"/>
          </a:xfrm>
          <a:prstGeom prst="ellipse">
            <a:avLst/>
          </a:prstGeom>
          <a:solidFill>
            <a:srgbClr val="3AD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20040" y="54864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320040" y="1261872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320040" y="197510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20040" y="2688336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320040" y="3401568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320040" y="4114800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20040" y="4828031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20040" y="5541264"/>
            <a:ext cx="11567160" cy="0"/>
          </a:xfrm>
          <a:prstGeom prst="line">
            <a:avLst/>
          </a:prstGeom>
          <a:ln w="4445">
            <a:solidFill>
              <a:srgbClr val="28375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0" y="1572768"/>
            <a:ext cx="12191695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200" b="1">
                <a:solidFill>
                  <a:srgbClr val="F8FAFF"/>
                </a:solidFill>
                <a:latin typeface="Microsoft YaHei"/>
              </a:defRPr>
            </a:pPr>
            <a:r>
              <a:t>????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251460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0">
                <a:solidFill>
                  <a:srgbClr val="AEBEE1"/>
                </a:solidFill>
                <a:latin typeface="Microsoft YaHei"/>
              </a:defRPr>
            </a:pPr>
            <a:r>
              <a:t>???????? - ??PPT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00400" y="3291840"/>
            <a:ext cx="1417320" cy="310896"/>
          </a:xfrm>
          <a:prstGeom prst="roundRect">
            <a:avLst/>
          </a:prstGeom>
          <a:solidFill>
            <a:srgbClr val="3ADCFF"/>
          </a:solidFill>
          <a:ln w="12700">
            <a:solidFill>
              <a:srgbClr val="3AD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36976" y="331012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17720" y="3291840"/>
            <a:ext cx="1417320" cy="310896"/>
          </a:xfrm>
          <a:prstGeom prst="roundRect">
            <a:avLst/>
          </a:prstGeom>
          <a:solidFill>
            <a:srgbClr val="4A90FF"/>
          </a:solidFill>
          <a:ln w="12700">
            <a:solidFill>
              <a:srgbClr val="4A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654296" y="331012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35040" y="3291840"/>
            <a:ext cx="1417320" cy="310896"/>
          </a:xfrm>
          <a:prstGeom prst="roundRect">
            <a:avLst/>
          </a:prstGeom>
          <a:solidFill>
            <a:srgbClr val="9B5CFF"/>
          </a:solidFill>
          <a:ln w="12700">
            <a:solidFill>
              <a:srgbClr val="9B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71616" y="331012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52360" y="3291840"/>
            <a:ext cx="1417320" cy="310896"/>
          </a:xfrm>
          <a:prstGeom prst="roundRect">
            <a:avLst/>
          </a:prstGeom>
          <a:solidFill>
            <a:srgbClr val="FF5CB4"/>
          </a:solidFill>
          <a:ln w="12700">
            <a:solidFill>
              <a:srgbClr val="FF5C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88936" y="331012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69680" y="3291840"/>
            <a:ext cx="1417320" cy="310896"/>
          </a:xfrm>
          <a:prstGeom prst="roundRect">
            <a:avLst/>
          </a:prstGeom>
          <a:solidFill>
            <a:srgbClr val="FFB45A"/>
          </a:solidFill>
          <a:ln w="12700">
            <a:solidFill>
              <a:srgbClr val="FFB4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06255" y="331012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87000" y="3291840"/>
            <a:ext cx="1417320" cy="310896"/>
          </a:xfrm>
          <a:prstGeom prst="roundRect">
            <a:avLst/>
          </a:prstGeom>
          <a:solidFill>
            <a:srgbClr val="4CE6AA"/>
          </a:solidFill>
          <a:ln w="12700">
            <a:solidFill>
              <a:srgbClr val="4CE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23576" y="3310128"/>
            <a:ext cx="1344168" cy="25603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8FAFF"/>
                </a:solidFill>
                <a:latin typeface="Microsoft YaHei"/>
              </a:defRPr>
            </a:pPr>
            <a:r>
              <a:t>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4297680"/>
            <a:ext cx="12191695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3ADCFF"/>
                </a:solidFill>
                <a:latin typeface="Microsoft YaHei"/>
              </a:defRPr>
            </a:pPr>
            <a:r>
              <a:t>Q &amp; 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0" y="5029200"/>
            <a:ext cx="12191695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8296C3"/>
                </a:solidFill>
                <a:latin typeface="Microsoft YaHei"/>
              </a:defRPr>
            </a:pPr>
            <a:r>
              <a:t>???????  |  2026?6?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01400" y="6419088"/>
            <a:ext cx="5029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3ADCFF"/>
                </a:solidFill>
                <a:latin typeface="Microsoft YaHe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